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9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140505" y="2005012"/>
            <a:ext cx="7910988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Serveur SSH Multi-Clients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en Python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813425" y="3852850"/>
            <a:ext cx="43209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Presénté par:</a:t>
            </a:r>
            <a:endParaRPr sz="150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Graciella ISHIMWE</a:t>
            </a:r>
            <a:endParaRPr sz="150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Fathia  ABDOURAHMAN MOHAMED </a:t>
            </a:r>
            <a:endParaRPr sz="150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ABDELHAMID Millisa</a:t>
            </a:r>
            <a:endParaRPr sz="1500" b="1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5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M1 Logiciels Sûrs – Programmation Réseau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Enseignante : M. Sovanna Tan | 27 mars 2026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7B8250-AAC1-FED2-9085-012DC1D8E5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93045" y="6228381"/>
            <a:ext cx="2133600" cy="37966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252412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Serveur Fonctionnel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Développer un serveur SSH opérationnel et robuste en langage Python.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809750" y="3067050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Protocole SSH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Utiliser la bibliothèque Paramiko pour la gestion sécurisée du protocole.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809750" y="36099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Multiplexage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Implémenter un mécanisme avancé pour gérer plusieurs clients simultanément.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809750" y="4152900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Interopérabilité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Assurer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compatibilité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avec des clients standards (Terminal SSH, PuTTY).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1809750" y="469582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Sécurité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Démontrer l'architecture de sécurité avec l'usage de clés de chiffrement RSA.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5193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0622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60521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1481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469106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Objectifs du Projet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C3112D2-9AAE-A221-7B6D-D72E687D2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71700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71700"/>
            <a:ext cx="34290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650920" y="3352800"/>
            <a:ext cx="127015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Paramiko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81952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Authentification, chiffrement des données et gestion des canaux SSH sécurisés.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035867" y="3352800"/>
            <a:ext cx="212026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Socket &amp; Select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6775" y="381952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Multiplexage des entrées et sorties pour gérer efficacement plusieurs connexions simultanément.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15813" y="3352800"/>
            <a:ext cx="298037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Subprocess &amp; Threading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86775" y="41433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Exécution du cmd.exe en tâche de fond et lecture asynchrone des flux de sortie système.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6098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60985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8825" y="26098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Architecture Technique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0AB8B49-F73B-B83E-FE75-08C4EC47D6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85975"/>
            <a:ext cx="5428803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6553" y="2085975"/>
            <a:ext cx="5143946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2638425"/>
            <a:ext cx="488014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L'obstacle ARM &amp; epoll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3152775"/>
            <a:ext cx="4647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 sujet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suggérait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l'utilisation d'epoll. Cependant, nos tentatives d'établir un "bridge" ont échoué. Cette difficulté majeure est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due à une incompatibilité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entre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l'architecture du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processeur ARM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l'ordinateur de développement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et le mode Hyper-V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867078" y="2476500"/>
            <a:ext cx="458104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L'alternative : select() &amp; Bridge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867078" y="3314700"/>
            <a:ext cx="43629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Face à cette impossibilité, nous nous sommes tournés vers select(). Comme select() sous Windows n'accepte que des sockets réseau, nous avons simulé les pipes système via un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"Socket Bridge" local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pour permettre le multiplexage.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670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078" y="250507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 Défi du Multiplexage : De epoll à select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FD340F8-E01C-E6DA-F4AF-14613B3A0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524500" y="259080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2245518" y="2724150"/>
            <a:ext cx="7700962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Difficultés &amp; Itérations IA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D1AA7DF-9550-B2C1-F491-3ABFF78DB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628650"/>
            <a:ext cx="555069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Problème de Buffering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5715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22574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Difficulté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 client parvenait à se connecter, mais aucune commande ne s'affichait (écran totalement figé).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32004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Itération IA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Analyse du code et identification d'un problème de "buffering" (mise en mémoire tampon) inhérent à Windows.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44481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Résolution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Ajout du paramètre bufsize=0 dans subprocess.Popen sur les conseils de l'IA, forçant l'envoi immédiat des caractères.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5C9BE1E-3653-C4B4-A0B0-809707CEA4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4857750" y="2295525"/>
            <a:ext cx="71008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Concevoir le "Socket Bridge"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857750" y="2809875"/>
            <a:ext cx="676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Difficulté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Crash du serveur (erreur 10038). L'API système rejetait nos objets car select() attendait des sockets purs.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4857750" y="3609975"/>
            <a:ext cx="6762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Échanges avec l'IA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Après avoir acté l'échec d'epoll (processeur ARM), nous avons itéré avec l'IA pour trouver comment utiliser select() avec cmd.exe.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857750" y="4714875"/>
            <a:ext cx="676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Résolution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L'IA a guidé la création de l'architecture "Socket Bridge" pour tromper l'API Windows.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Itérations WinError 10038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255CB1F-3263-7085-6B04-AFBDEA51D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55718" y="1976437"/>
            <a:ext cx="3964781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047750" y="1976437"/>
            <a:ext cx="613171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Difficulté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U/I 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Nécessité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devoir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appuyer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manuellement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sur "Entrée" pour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réveiller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 prompt.</a:t>
            </a:r>
            <a:endParaRPr dirty="0"/>
          </a:p>
        </p:txBody>
      </p:sp>
      <p:sp>
        <p:nvSpPr>
          <p:cNvPr id="178" name="Google Shape;178;p20"/>
          <p:cNvSpPr txBox="1"/>
          <p:nvPr/>
        </p:nvSpPr>
        <p:spPr>
          <a:xfrm>
            <a:off x="1047750" y="2824162"/>
            <a:ext cx="613171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Itération IA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Questionnement sur le comportement interactif de cmd.exe. L'IA a ciblé un souci de caractères de fin de ligne.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047750" y="3671887"/>
            <a:ext cx="613171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Résolution 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Ajustement du code client pour envoyer systématiquement \r\n, restaurant une fluidité d'utilisation en temps réel.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716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1940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66712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Ajustement Interactif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C833A1-D55B-60DE-0084-E9E3E31386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7900"/>
            <a:ext cx="5637609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85359" y="2247900"/>
            <a:ext cx="4935140" cy="326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962025" y="2638425"/>
            <a:ext cx="50993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Génération de Clés RSA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3152775"/>
            <a:ext cx="485655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serveur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vérifie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présence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du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fichier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server_rsa_key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démarrage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S'il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manquant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le script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génère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automatiquement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nouvelle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clé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RSA  de 2048 bits via la bibliothèque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Paramiko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pour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garantir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chiffrement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absolu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la session.</a:t>
            </a:r>
            <a:endParaRPr dirty="0"/>
          </a:p>
        </p:txBody>
      </p:sp>
      <p:sp>
        <p:nvSpPr>
          <p:cNvPr id="194" name="Google Shape;194;p21"/>
          <p:cNvSpPr txBox="1"/>
          <p:nvPr/>
        </p:nvSpPr>
        <p:spPr>
          <a:xfrm>
            <a:off x="7075884" y="2638425"/>
            <a:ext cx="43617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Authentification</a:t>
            </a:r>
            <a:r>
              <a:rPr lang="en-US" sz="2100" b="1" i="0" u="none" strike="noStrike" cap="none" dirty="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dirty="0"/>
          </a:p>
        </p:txBody>
      </p:sp>
      <p:sp>
        <p:nvSpPr>
          <p:cNvPr id="195" name="Google Shape;195;p21"/>
          <p:cNvSpPr txBox="1"/>
          <p:nvPr/>
        </p:nvSpPr>
        <p:spPr>
          <a:xfrm>
            <a:off x="7075884" y="3152775"/>
            <a:ext cx="415409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place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d'une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interface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logicielle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dédiée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ServerInterface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pour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traiter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identifiants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utilisateurs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système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admin/password) de manière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sécurisée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avant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d'autoriser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l'accès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 terminal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interactif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Sécurité &amp; Cryptographie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68D6DAD-3289-B775-7F1C-D79F4EB70F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507968" y="2378571"/>
            <a:ext cx="266830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1. Lancement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571500" y="2721471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Démarrage du serveur SSH multi-clients en écoute sur le port local 2222.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3343888" y="4167187"/>
            <a:ext cx="266830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2. Connexion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3407419" y="4510087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Authentification réussie d'un client Python interactif ou d'un terminal standard.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179808" y="2622351"/>
            <a:ext cx="266830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3. Exécution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243339" y="2965251"/>
            <a:ext cx="254124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Envoi de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commandes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système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natives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whoami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ipconfig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9015728" y="4167187"/>
            <a:ext cx="266830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4. Multiplexage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079259" y="4510087"/>
            <a:ext cx="25412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Preuve du fonctionnement multi-clients simultané et déconnexion propre du socket.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727820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4563740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7399659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0235579" y="37671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62865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Scénario de Démonstration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894734A-8A67-7117-5AF5-4B13D181C3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371600" y="606751"/>
            <a:ext cx="7309669" cy="146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700" b="0" i="0" u="none" strike="noStrike" cap="none" noProof="0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</a:p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2700" noProof="0" dirty="0">
              <a:solidFill>
                <a:srgbClr val="0F172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noProof="0" dirty="0"/>
          </a:p>
        </p:txBody>
      </p:sp>
      <p:sp>
        <p:nvSpPr>
          <p:cNvPr id="223" name="Google Shape;223;p23"/>
          <p:cNvSpPr txBox="1"/>
          <p:nvPr/>
        </p:nvSpPr>
        <p:spPr>
          <a:xfrm>
            <a:off x="1123950" y="1990873"/>
            <a:ext cx="4953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500" b="0" i="0" u="none" strike="noStrike" cap="none" noProof="0" dirty="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 lang="fr-FR" noProof="0"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10572750" y="3914476"/>
            <a:ext cx="49530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500" b="0" i="0" u="none" strike="noStrike" cap="none" noProof="0" dirty="0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 lang="fr-FR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DFCA73-BF7E-6326-B4B4-FF2F73A27DA2}"/>
              </a:ext>
            </a:extLst>
          </p:cNvPr>
          <p:cNvSpPr txBox="1"/>
          <p:nvPr/>
        </p:nvSpPr>
        <p:spPr>
          <a:xfrm>
            <a:off x="1803605" y="1650681"/>
            <a:ext cx="794446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noProof="0" dirty="0"/>
              <a:t>Ce projet valide la faisabilité d'un serveur SSH  en Python capable de gérer efficacement le multiplexage. Le travail de recherche et de débogage nous a permis de contourner des obstacles majeurs, en particulier les incompatibilités liées à l'architecture ARM et aux particularités de </a:t>
            </a:r>
            <a:r>
              <a:rPr lang="fr-FR" sz="2400" noProof="0" err="1"/>
              <a:t>Windows</a:t>
            </a:r>
            <a:r>
              <a:rPr lang="fr-FR" sz="2400" noProof="0"/>
              <a:t>. L'IA </a:t>
            </a:r>
            <a:r>
              <a:rPr lang="fr-FR" sz="2400" noProof="0" dirty="0"/>
              <a:t>a accéléré le développement, mais avec des limites ,elle proposait parfois des solutions Linux incompatibles avec Windows, d'où l'importance de la validation humaine.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ACC2FE2-5D3A-3FFA-0EA7-30E9EA9B72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295200" y="26737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Merci de votre attention</a:t>
            </a:r>
            <a:endParaRPr sz="2200" b="1"/>
          </a:p>
        </p:txBody>
      </p:sp>
      <p:sp>
        <p:nvSpPr>
          <p:cNvPr id="232" name="Google Shape;232;p24"/>
          <p:cNvSpPr txBox="1"/>
          <p:nvPr/>
        </p:nvSpPr>
        <p:spPr>
          <a:xfrm>
            <a:off x="571500" y="59932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Serveur SSH Python | M1 Logiciels Sûrs</a:t>
            </a: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51CBB8C-F9DC-2D5A-E8D8-209B5DA38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Microsoft Office PowerPoint</Application>
  <PresentationFormat>Grand écran</PresentationFormat>
  <Paragraphs>70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Inter SemiBold</vt:lpstr>
      <vt:lpstr>Calibri</vt:lpstr>
      <vt:lpstr>Arial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Abdourahman Mohamed Fathia</cp:lastModifiedBy>
  <cp:revision>7</cp:revision>
  <dcterms:modified xsi:type="dcterms:W3CDTF">2026-03-27T09:41:01Z</dcterms:modified>
</cp:coreProperties>
</file>